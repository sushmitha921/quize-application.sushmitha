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quiz-application.sushmitha</a:t>
            </a:r>
          </a:p>
          <a:p>
            <a:r>
              <a:t>An Interactive Learning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fun and interactive quiz application to test knowledge across multiple domains.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Fun Quizzes</a:t>
            </a:r>
          </a:p>
          <a:p>
            <a:r>
              <a:t>• Challenging Questions</a:t>
            </a:r>
          </a:p>
          <a:p>
            <a:r>
              <a:t>• Beat the Timer</a:t>
            </a:r>
          </a:p>
          <a:p>
            <a:r>
              <a:t>• Track Your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Select a quiz</a:t>
            </a:r>
          </a:p>
          <a:p>
            <a:r>
              <a:t>2. Answer questions</a:t>
            </a:r>
          </a:p>
          <a:p>
            <a:r>
              <a:t>3. Submit responses</a:t>
            </a:r>
          </a:p>
          <a:p>
            <a:r>
              <a:t>4. View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knowledge</a:t>
            </a:r>
          </a:p>
          <a:p>
            <a:r>
              <a:t>• Engaging UI</a:t>
            </a:r>
          </a:p>
          <a:p>
            <a:r>
              <a:t>• Time-based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HTML/CSS/JS</a:t>
            </a:r>
          </a:p>
          <a:p>
            <a:r>
              <a:t>Backend: Java / Python</a:t>
            </a:r>
          </a:p>
          <a:p>
            <a:r>
              <a:t>Database: MySQL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now &amp; start playing!</a:t>
            </a:r>
          </a:p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